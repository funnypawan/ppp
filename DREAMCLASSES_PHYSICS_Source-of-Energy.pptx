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685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zCs="32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विज्ञान (PHYSICS) — 10वीं कक्षा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74552" cy="13716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 szCs="6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04688" y="3200400"/>
            <a:ext cx="118872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3474720"/>
            <a:ext cx="9445752" cy="1097280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 szCs="28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Source of Energy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szCs="26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ऊर्जा के स्रोत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10725912" cy="118872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zCs="2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By: Dream Sir   |   Mob: +91 97089 83294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Q.1. पृथ्वी पर ऊर्जा का सबसे बड़ा स्रोत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कोयला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सूर्य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पेट्रोलियम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प्राकृतिक गैस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Q.2. निम्न में से जीवाश्म ईंधन कौन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सौर ऊर्जा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पवन ऊर्जा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कोयला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जल ऊर्जा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Q.3. सौर सेल बनाने में किस पदार्थ का उपयोग होता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ताँबा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सिलिकॉन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लोहा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ऐलुमिनियम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Q.4. सौर कुकर के बक्से की भीतरी सतह पर लेप होता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सफेद रंग 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काले रंग का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लाल रंग का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हरे रंग का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Q.5. बायोगैस में सबसे अधिक मात्रा में पाई जाने वाली गैस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ऑक्सीजन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मेथेन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हाइड्रोजन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नाइट्रोजन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Q.6. LPG का पूरा नाम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Liquefied Petroleum Gas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Liquid Petrol Gas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Low Pressure Gas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Light Petroleum Gas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Q.7. CNG का पूरा नाम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Compressed Natural Gas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Carbon Natural Gas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Coal Natural Gas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Common Natural Gas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Q.8. सूर्य में ऊर्जा उत्पन्न होती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नाभिकीय विखंडन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नाभिकीय संलयन से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दहन से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रासायनिक विघटन से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Q.9. नाभिकीय रिएक्टर में ईंधन के रूप में प्रयुक्त होता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कोयला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यूरेनियम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पेट्रोल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डीजल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Q.10. पवन चक्की में पवन की किस ऊर्जा का उपयोग होता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स्थितिज ऊर्जा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गतिज ऊर्जा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ऊष्मीय ऊर्जा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रासायनिक ऊर्जा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Q.11. जल विद्युत संयंत्र में बाँध के जल की कौन-सी ऊर्जा विद्युत में बदलती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गतिज ऊर्जा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स्थितिज ऊर्जा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ऊष्मीय ऊर्जा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रासायनिक ऊर्जा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Q.12. भूतापीय ऊर्जा का स्रोत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सूर्य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पृथ्वी के भीतर की ऊष्मा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पवन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समुद्र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Q.13. ज्वारीय ऊर्जा प्राप्त होती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सूर्य की गर्मी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चंद्रमा के गुरुत्वाकर्षण से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पवन से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भूकंप से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Q.14. प्रदूषण रहित ऊर्जा का स्रोत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कोयला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पेट्रोलियम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सौर ऊर्जा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प्राकृतिक गैस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Q.15. अम्लीय वर्षा के लिए उत्तरदायी गैसें हैं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SO₂ तथा NO₂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CO₂ तथा O₂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H₂ तथा N₂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CH₄ तथा 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Q.16. मुख्य ग्रीनहाउस गैस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ऑक्सीजन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कार्बन डाइऑक्साइड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नाइट्रोजन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हाइड्रोजन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Q.17. ओजोन परत के क्षय का मुख्य कारण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CO₂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CFC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SO₂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CH₄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Q.18. ऊर्जा का SI मात्रक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वाट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जूल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न्यूटन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पास्कल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Q.19. सौर स्थिरांक का मान होता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1.4 kW/m²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1.4 W/m²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140 W/m²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14 kW/m²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ऊर्जा के स्रोत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Q.20. निम्न में से अनवीकरणीय ऊर्जा स्रोत कौन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सौर ऊर्जा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पवन ऊर्जा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प्राकृतिक गैस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जल ऊर्जा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 szCs="7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74552" cy="9144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szCs="44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धन्यवाद!</a:t>
            </a:r>
          </a:p>
        </p:txBody>
      </p:sp>
      <p:sp>
        <p:nvSpPr>
          <p:cNvPr id="5" name="Rectangle 4"/>
          <p:cNvSpPr/>
          <p:nvPr/>
        </p:nvSpPr>
        <p:spPr>
          <a:xfrm>
            <a:off x="5504688" y="3703320"/>
            <a:ext cx="118872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5912" cy="118872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zCs="2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By: Dream Sir   |   Mob: +91 97089 83294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10725912" cy="54864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zCs="16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Physics  •  ऊर्जा के स्रोत  •  10वीं कक्षा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VVI Objective Questions - Source of Energy - Dream Classes Kothwara</dc:title>
  <dc:subject/>
  <dc:creator>Dream Classes Kothwara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