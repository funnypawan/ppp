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685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zCs="32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विज्ञान (PHYSICS) — 10वीं कक्षा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74552" cy="13716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 szCs="6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4688" y="3200400"/>
            <a:ext cx="118872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9445752" cy="109728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 szCs="28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Electricity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zCs="26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विद्युत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725912" cy="118872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zCs="2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By: Dream Sir   |   Mob: +91 97089 83294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Q.1. विद्युत आवेश का SI मात्रक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कूलॉम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ऐम्पियर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Q.2. विद्युत धारा का SI मात्रक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कूलॉम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ऐम्पियर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Q.3. विभवांतर का SI मात्रक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ऐम्पियर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वाट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Q.4. विद्युत प्रतिरोध का SI मात्रक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ऐम्पियर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वाट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Q.5. ओम के नियम का सही सूत्र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 = 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I = VR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R = IV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 = I/R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Q.6. ओम के नियम की खोज किसने की?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फैराडे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ऐम्पियर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Q.7. प्रतिरोधकता का SI मात्रक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ओम-मीटर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ऐम्पियर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Q.8. विद्युत शक्ति का SI मात्रक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जूल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वाट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कूलॉम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Q.9. विद्युत ऊर्जा का व्यावहारिक मात्रक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जूल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किलोवाट-घंटा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हॉर्स पावर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Q.10. 1 किलोवाट-घंटा बराबर होता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3.6 × 10⁶ जूल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3.6 × 10⁵ जूल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360 जूल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1000 जूल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Q.11. विद्युत धारा मापने के लिए प्रयुक्त यंत्र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अमीटर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ओममीटर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वाटमीटर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Q.12. विभवांतर मापा जाता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अमीटर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वोल्टमीटर से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ओममीटर से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वाटमीटर से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Q.13. अमीटर को परिपथ में जोड़ा जाता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समांतर क्रम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श्रेणी क्रम में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किसी भी क्रम में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नहीं जोड़ा जाता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Q.14. वोल्टमीटर को परिपथ में जोड़ा जाता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श्रेणी क्रम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समांतर क्रम में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किसी भी क्रम में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नहीं जोड़ा जाता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Q.15. श्रेणी क्रम में जुड़े प्रतिरोधों का तुल्य प्रतिरोध होता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R = R₁ + R₂ + R₃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1/R = 1/R₁ + 1/R₂ + 1/R₃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R = R₁ × R₂ × R₃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R = R₁ - R₂ - R₃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Q.16. समांतर क्रम में जुड़े प्रतिरोधों का तुल्य प्रतिरोध होता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R = R₁ + R₂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1/R = 1/R₁ + 1/R₂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R = R₁ × R₂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R = R₁ - R₂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Q.17. जूल के ऊष्मीय नियम का सूत्र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H = I²Rt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H = IR²t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H = IRt²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H = I²R/t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Q.18. विद्युत शक्ति का सूत्र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 =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 = V/I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 = I/V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 = V + 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Q.19. बिजली के बल्ब का तंतु किस धातु का बना होता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ताँबा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लोहा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टंगस्टन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ऐलुमिनियम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Q.20. किसी चालक का प्रतिरोध निर्भर करता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लंबाई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अनुप्रस्थ काट के क्षेत्रफल पर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पदार्थ की प्रकृति पर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उपर्युक्त सभी पर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 szCs="7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74552" cy="9144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zCs="44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धन्यवाद!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4688" y="3703320"/>
            <a:ext cx="118872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5912" cy="118872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zCs="2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By: Dream Sir   |   Mob: +91 97089 83294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0725912" cy="54864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zCs="16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Physics  •  विद्युत  •  10वीं कक्षा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VVI Objective Questions - Electricity - Dream Classes Kothwara</dc:title>
  <dc:subject/>
  <dc:creator>Dream Classes Kothwara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