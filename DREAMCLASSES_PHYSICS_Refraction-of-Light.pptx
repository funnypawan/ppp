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685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zCs="32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विज्ञान (PHYSICS) — 10वीं कक्षा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szCs="6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20040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9445752" cy="109728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 szCs="3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Chapter 2 — Refraction of Light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zCs="26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प्रकाश का अपवर्तन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Q.1. प्रकाश की चाल सबसे अधिक किस माध्यम में होती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काँच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पानी में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निर्वात में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हीरे में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Q.2. स्नेल का नियम किससे संबंधित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परावर्तन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अपवर्तन से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विक्षेपण से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ध्रुवण से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Q.3. अपवर्तनांक (n) का सही सूत्र कौन-सा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n = sin i / sin 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n = sin r / sin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n = v /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n = sin i × sin 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Q.4. प्रकाश की किरण विरल माध्यम से सघन माध्यम में प्रवेश करती है, तो वह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अभिलंब की ओर झुकती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अभिलंब से दूर हटती है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बिना झुके सीधी जाती है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परावर्तित हो जाती है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Q.5. प्रकाश की किरण सघन माध्यम से विरल माध्यम में जाती है, तो वह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अभिलंब की ओर झुकती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अभिलंब से दूर हटती है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बिना झुके सीधी जाती है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अवशोषित हो जाती है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Q.6. वायु के सापेक्ष काँच का अपवर्तनांक लगभग कितना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2.42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Q.7. वायु के सापेक्ष जल का अपवर्तनांक कितना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2.42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Q.8. लेंस की क्षमता का SI मात्रक क्या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डायोप्टर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हर्ट्ज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Q.9. उत्तल लेंस की फोकस दूरी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धनात्मक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ऋणात्मक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शून्य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अनंत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Q.10. अवतल लेंस की फोकस दूरी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धनात्मक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ऋणात्मक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शून्य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अनंत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Q.11. तारों का टिमटिमाना किस घटना के कारण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परावर्तन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अपवर्तन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विक्षेपण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प्रकीर्णन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Q.12. पानी में आंशिक रूप से डूबी छड़ मुड़ी हुई प्रतीत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परावर्तन के कारण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अपवर्तन के कारण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विक्षेपण के कारण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विवर्तन के कारण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Q.13. लेंस सूत्र कौन-सा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1/v - 1/u = 1/f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1/v + 1/u = 1/f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 - u = 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f = v + 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Q.14. लेंस की क्षमता (P) और फोकस दूरी (f) में संबंध है — (f मीटर में)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1/f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f²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1/f²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Q.15. पूर्ण आंतरिक परावर्तन के लिए आवश्यक शर्त कौन-सी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विरल से सघन माध्यम में जाए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आपतन कोण क्रांतिक कोण से बड़ा हो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आपतन कोण क्रांतिक कोण से छोटा हो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दोनों माध्यम समान हों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Q.16. क्रांतिक कोण की स्थिति में अपवर्तन कोण का मान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45°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90°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180°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Q.17. सूर्योदय से कुछ मिनट पहले सूर्य का दिखाई देना किस कारण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परावर्तन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अपवर्तन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विक्षेपण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प्रकाश के प्रकीर्णन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Q.18. हीरे का चमकना किस घटना का उदाहरण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अपवर्तन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विक्षेपण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पूर्ण आंतरिक परावर्तन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विवर्तन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Q.19. 1 डायोप्टर क्षमता वाले लेंस की फोकस दूरी होगी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10 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50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100 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1000 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Q.20. गोलीय लेंस में प्रकाशिक केंद्र से फोकस तक की दूरी कहलाती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वक्रता त्रिज्या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फोकस दूरी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द्वारक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क्षमता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 szCs="7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74552" cy="9144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zCs="44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धन्यवाद!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70332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725912" cy="54864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zCs="16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Physics  •  प्रकाश का अपवर्तन  •  10वीं कक्षा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VVI Objective Questions - Refraction of Light - Dream Classes Kothwara</dc:title>
  <dc:subject/>
  <dc:creator>Dream Classes Kothwara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