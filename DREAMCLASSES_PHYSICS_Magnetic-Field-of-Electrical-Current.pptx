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685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szCs="32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विज्ञान (PHYSICS) — 10वीं कक्षा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 szCs="6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20040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9445752" cy="109728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 szCs="28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Magnetic Field of Electrical Current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szCs="26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विद्युत धारा का चुंबकीय क्षेत्र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Q.1. विद्युत धारा के चुंबकीय प्रभाव की खोज किसने की थी?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फैराडे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ओर्स्टेड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मैक्सवेल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Q.2. चुंबकीय क्षेत्र का SI मात्रक क्या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वेबर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टेसला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गॉस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हेनरी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Q.3. धारावाही सीधे चालक के चारों ओर चुंबकीय क्षेत्र की दिशा ज्ञात की जाती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बाएँ हाथ के नियम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दाएँ हाथ के अँगूठे के नियम से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फ्लेमिंग के दाएँ हाथ के नियम से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फैराडे के नियम से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Q.4. फ्लेमिंग के बाएँ हाथ का नियम किसकी दिशा बताता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चुंबकीय क्षेत्र की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धारा की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चालक पर लगने वाले बल की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प्रेरित धारा की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Q.5. विद्युत मोटर किस सिद्धांत पर कार्य करती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zCs="23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300" b="0" i="0" szCs="23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विद्युत चुंबकीय प्रेरण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zCs="23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300" b="0" i="0" szCs="23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धारावाही चालक पर चुंबकीय क्षेत्र में लगने वाले बल पर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zCs="23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300" b="0" i="0" szCs="23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 के नियम पर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zCs="23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300" b="0" i="0" szCs="23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जूल के नियम पर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Q.6. विद्युत चुंबकीय प्रेरण की खोज किसने की थी?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ओर्स्टेड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ऐम्पियर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फैराडे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वोल्टा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Q.7. विद्युत जनित्र (जनरेटर) किस सिद्धांत पर कार्य करता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विद्युत चुंबकीय प्रेरण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धारा के ऊष्मीय प्रभाव पर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ओम के नियम पर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जूल के नियम पर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Q.8. चुंबकीय क्षेत्र में धारावाही चालक पर लगने वाले बल का सूत्र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F = BIl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F = Bl/I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F = I/Bl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F = B/I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Q.9. धारावाही चालक पर चुंबकीय बल अधिकतम कब लगता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क्षेत्र के समांतर हो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क्षेत्र के लंबवत हो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शून्य हो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क्षेत्र शून्य हो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Q.10. धारावाही चालक पर चुंबकीय बल शून्य कब होता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क्षेत्र के लंबवत हो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क्षेत्र के समांतर हो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जब धारा अधिकतम हो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कभी नहीं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Q.11. धारावाही परिनालिका (सॉलेनॉइड) के अंदर चुंबकीय क्षेत्र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एकसमान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असमान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शून्य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बदलता रहता है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Q.12. विद्युत चुंबक की क्रोड किस पदार्थ की बनाई जाती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इस्पात की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नर्म लोहे की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ताँबे की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ऐलुमिनियम की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Q.13. स्थायी चुंबक किस पदार्थ का बनाया जाता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नर्म लोहे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इस्पात का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ताँबे का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पीतल का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Q.14. चुंबकीय क्षेत्र रेखाओं के संबंध में कौन-सा कथन सत्य है?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वे एक-दूसरे को काटती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वे बंद वक्र बनाती हैं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वे धन ध्रुव पर समाप्त होती हैं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szCs="25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500" b="0" i="0" szCs="25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वे ऋण ध्रुव से निकलती हैं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Q.15. दिक्सूचक (कंपास) की सुई ठहरती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पूर्व-पश्चिम दिशा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उत्तर-दक्षिण दिशा में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किसी भी दिशा में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ऊर्ध्वाधर दिशा में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Q.16. घरों में प्रयुक्त विद्युत धारा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दिष्ट धारा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प्रत्यावर्ती धारा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दोनों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कोई नहीं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Q.17. भारत में घरेलू प्रत्यावर्ती धारा की आवृत्ति होती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50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60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100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220 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Q.18. घरों में सभी विद्युत उपकरण जोड़े जाते हैं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श्रेणी क्रम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समांतर क्रम में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मिश्रित क्रम में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किसी भी क्रम में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zCs="46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Q.19. फ्यूज तार में प्रयुक्त पदार्थ का गलनांक होता है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उच्च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निम्न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शून्य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3000" b="0" i="0" szCs="3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अनंत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896112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91440"/>
            <a:ext cx="1627632" cy="384048"/>
          </a:xfrm>
          <a:prstGeom prst="roundRect">
            <a:avLst>
              <a:gd name="adj" fmla="val 2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zCs="14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10TH 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566928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szCs="24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VVI OBJECTIVE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44168"/>
            <a:ext cx="11277295" cy="3200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859536"/>
            <a:ext cx="402336" cy="40233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zCs="2000" bCs="1" iCs="0">
                <a:solidFill>
                  <a:srgbClr val="101613"/>
                </a:solidFill>
                <a:latin typeface="Segoe UI"/>
                <a:ea typeface="Segoe UI"/>
                <a:cs typeface="Noto Sans Devanaga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11091672" cy="18288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zCs="4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Q.20. लघु पथन (शॉर्ट सर्किट) की स्थिति में परिपथ में धारा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(A)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शून्य हो जाती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547872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(B)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बहुत अधिक बढ़ जाती है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(C)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समान रहती है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892040"/>
            <a:ext cx="5431536" cy="1143000"/>
          </a:xfrm>
          <a:prstGeom prst="roundRect">
            <a:avLst>
              <a:gd name="adj" fmla="val 7000"/>
            </a:avLst>
          </a:prstGeom>
          <a:solidFill>
            <a:srgbClr val="1A2320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szCs="28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(D)  </a:t>
            </a:r>
            <a:r>
              <a:rPr sz="2800" b="0" i="0" szCs="28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घटकर आधी हो जाती है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36208"/>
            <a:ext cx="11094415" cy="13716"/>
          </a:xfrm>
          <a:prstGeom prst="rect">
            <a:avLst/>
          </a:prstGeom>
          <a:solidFill>
            <a:srgbClr val="2A3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9107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29107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zCs="11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+91 97089 83294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291072"/>
            <a:ext cx="1856231" cy="4572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zCs="12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Dream Sir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C19"/>
            </a:gs>
            <a:gs pos="100000">
              <a:srgbClr val="0B110E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 szCs="7200" bCs="1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74552" cy="91440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zCs="44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धन्यवाद!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4688" y="3703320"/>
            <a:ext cx="1188720" cy="411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5912" cy="118872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 szCs="3000" bCs="1" iCs="0">
                <a:solidFill>
                  <a:srgbClr val="FFC107"/>
                </a:solidFill>
                <a:latin typeface="Segoe UI"/>
                <a:ea typeface="Segoe UI"/>
                <a:cs typeface="Noto Sans Devanagari"/>
              </a:rPr>
              <a:t>DREAM CLASSES KOTHWARA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zCs="2000" bCs="0" iCs="0">
                <a:solidFill>
                  <a:srgbClr val="FFFFFF"/>
                </a:solidFill>
                <a:latin typeface="Segoe UI"/>
                <a:ea typeface="Segoe UI"/>
                <a:cs typeface="Noto Sans Devanagari"/>
              </a:rPr>
              <a:t>By: Dream Sir   |   Mob: +91 97089 83294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725912" cy="548640"/>
          </a:xfrm>
          <a:prstGeom prst="rect">
            <a:avLst/>
          </a:prstGeom>
          <a:noFill/>
        </p:spPr>
        <p:txBody>
          <a:bodyPr wrap="square" anchor="t" lIns="45720" rIns="4572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zCs="1600" bCs="0" iCs="0">
                <a:solidFill>
                  <a:srgbClr val="9AA5A0"/>
                </a:solidFill>
                <a:latin typeface="Segoe UI"/>
                <a:ea typeface="Segoe UI"/>
                <a:cs typeface="Noto Sans Devanagari"/>
              </a:rPr>
              <a:t>Physics  •  विद्युत धारा का चुंबकीय क्षेत्र  •  10वीं कक्षा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 Objective Questions - Magnetic Field of Electrical Current - Dream Classes Kothwara</dc:title>
  <dc:subject/>
  <dc:creator>Dream Classes Kothwara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