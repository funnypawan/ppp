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embeddedFontLst>
    <p:embeddedFont>
      <p:font typeface="Noto Sans Devanagari" pitchFamily="34" charset="0"/>
      <p:regular r:id="rId42"/>
      <p:bold r:id="rId43"/>
    </p:embeddedFont>
    <p:embeddedFont>
      <p:font typeface="Poppins" pitchFamily="34" charset="0"/>
      <p:regular r:id="rId44"/>
      <p:bold r:id="rId45"/>
    </p:embeddedFont>
    <p:embeddedFont>
      <p:font typeface="Noto Sans" pitchFamily="34" charset="0"/>
      <p:regular r:id="rId46"/>
      <p:bold r:id="rId47"/>
    </p:embeddedFont>
    <p:embeddedFont>
      <p:font typeface="Noto Sans Math" pitchFamily="34" charset="0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font" Target="fonts/font1.fntdata"/><Relationship Id="rId43" Type="http://schemas.openxmlformats.org/officeDocument/2006/relationships/font" Target="fonts/font2.fntdata"/><Relationship Id="rId44" Type="http://schemas.openxmlformats.org/officeDocument/2006/relationships/font" Target="fonts/font3.fntdata"/><Relationship Id="rId45" Type="http://schemas.openxmlformats.org/officeDocument/2006/relationships/font" Target="fonts/font4.fntdata"/><Relationship Id="rId46" Type="http://schemas.openxmlformats.org/officeDocument/2006/relationships/font" Target="fonts/font5.fntdata"/><Relationship Id="rId47" Type="http://schemas.openxmlformats.org/officeDocument/2006/relationships/font" Target="fonts/font6.fntdata"/><Relationship Id="rId48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571500" y="165100"/>
            <a:ext cx="11049000" cy="12700"/>
          </a:xfrm>
          <a:prstGeom prst="rect">
            <a:avLst/>
          </a:prstGeom>
          <a:solidFill>
            <a:srgbClr val="F7C84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533400"/>
            <a:ext cx="12192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2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0" y="1079500"/>
            <a:ext cx="2667000" cy="19050"/>
          </a:xfrm>
          <a:prstGeom prst="rect">
            <a:avLst/>
          </a:prstGeom>
          <a:solidFill>
            <a:srgbClr val="F7C84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257300"/>
            <a:ext cx="12192000" cy="162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0"/>
              </a:lnSpc>
              <a:spcBef>
                <a:spcPts val="0"/>
              </a:spcBef>
              <a:spcAft>
                <a:spcPts val="0"/>
              </a:spcAft>
            </a:pPr>
            <a:r>
              <a:rPr sz="9000" b="1" spc="16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489200"/>
            <a:ext cx="121920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5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भौतिक विज्ञान  (</a:t>
            </a:r>
            <a:r>
              <a:rPr sz="3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Physics)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3175000"/>
            <a:ext cx="10287000" cy="660400"/>
          </a:xfrm>
          <a:prstGeom prst="roundRect">
            <a:avLst>
              <a:gd name="adj" fmla="val 34615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003300" y="3225800"/>
            <a:ext cx="10185400" cy="558800"/>
          </a:xfrm>
          <a:prstGeom prst="roundRect">
            <a:avLst>
              <a:gd name="adj" fmla="val 29545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3175000"/>
            <a:ext cx="110490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16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987800"/>
            <a:ext cx="12192000" cy="463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 Devanagari"/>
                <a:ea typeface="Noto Sans Devanagari"/>
                <a:cs typeface="Noto Sans Devanagari"/>
              </a:rPr>
              <a:t>अध्याय – 04   |   </a:t>
            </a:r>
            <a:r>
              <a:rPr sz="2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CHAPTER –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470400"/>
            <a:ext cx="12192000" cy="692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   (</a:t>
            </a:r>
            <a:r>
              <a:rPr sz="4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ELECTRICITY)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0" y="5321300"/>
            <a:ext cx="9144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0" y="5435600"/>
            <a:ext cx="12192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8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By :  Dream 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69000"/>
            <a:ext cx="12192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80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Mob :  +91 97089 83294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571500" y="165100"/>
            <a:ext cx="11049000" cy="12700"/>
          </a:xfrm>
          <a:prstGeom prst="rect">
            <a:avLst/>
          </a:prstGeom>
          <a:solidFill>
            <a:srgbClr val="F7C84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939800"/>
            <a:ext cx="12192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60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CHAPTER –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0" y="1549400"/>
            <a:ext cx="2032000" cy="19050"/>
          </a:xfrm>
          <a:prstGeom prst="rect">
            <a:avLst/>
          </a:prstGeom>
          <a:solidFill>
            <a:srgbClr val="F7C84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841500"/>
            <a:ext cx="12192000" cy="142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75000"/>
            <a:ext cx="12192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200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(ELECTRICITY)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7500" y="3810000"/>
            <a:ext cx="9017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638300" y="3860800"/>
            <a:ext cx="8915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3810000"/>
            <a:ext cx="11049000" cy="665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16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46600"/>
            <a:ext cx="12192000" cy="463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AB6AA"/>
                </a:solidFill>
                <a:latin typeface="Noto Sans Devanagari"/>
                <a:ea typeface="Noto Sans Devanagari"/>
                <a:cs typeface="Noto Sans Devanagari"/>
              </a:rPr>
              <a:t>भौतिक विज्ञान  (</a:t>
            </a:r>
            <a:r>
              <a:rPr sz="2600" b="1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PHYSICS)   •   10वीं कक्षा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016500"/>
            <a:ext cx="121920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कुल 32 महत्वपूर्ण वस्तुनिष्ठ प्रश्न   (32 </a:t>
            </a:r>
            <a:r>
              <a:rPr sz="22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Objective Questions)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6500" y="5613400"/>
            <a:ext cx="723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0" y="5727700"/>
            <a:ext cx="12192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200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61100"/>
            <a:ext cx="121920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By :  Dream Sir        •        Mob :  +91 97089 83294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1172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1172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कूलॉम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7115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7115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कूलॉम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8157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8157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0349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0349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वाट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9526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9526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ऊर्जा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वाट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किलोवाट-घंटा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91295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91295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नियम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सही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रूप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कौन-सा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I/R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R/I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I²R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6023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6023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यदि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सिरों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बीच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आधा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दिया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जाए,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उसमें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प्रवाहित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प्रभाव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पड़ेगा?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दुगुनी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जाएगी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अपरिवर्तित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रहेगी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शून्य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जाएगी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आधी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जाएगी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9466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9466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उसकी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लंबाई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व्युत्क्रमानुपाती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वर्ग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लंबाई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निर्भर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करता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8454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8454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उसके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अनुप्रस्थ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काट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क्षेत्रफल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वर्ग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क्षेत्रफल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निर्भर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करता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व्युत्क्रमानुपाती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1045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1045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विशिष्ट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(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प्रतिरोधकता)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ओम/मीटर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ओम-मीटर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मीटर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2631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2631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सबसे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ताँबा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एल्युमिनियम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लोहा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चाँदी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8575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8575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ताप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बढ़ने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धात्विक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बढ़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घट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अपरिवर्तित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रहता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शून्य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9616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9616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ताप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बढ़ने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अर्धचालक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(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जैसे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सिलिकॉन)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बढ़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घट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अपरिवर्तित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रहता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अनंत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1809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1809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जुड़े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तुल्य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व्युत्क्रमों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योग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सबसे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छोटे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योग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सबसे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बड़े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0986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0986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जुड़े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कौन-सी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राशि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रहती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शक्ति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05892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05892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जुड़े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कौन-सी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राशि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रहती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74837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74837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तुल्य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20/3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15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0926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0926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जोड़ने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तुल्य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20/3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15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99145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99145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शक्ति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सूत्र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V/I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V²I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I/V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988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988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ऊर्जा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व्यापारिक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किलोवाट-घंटा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वाट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8575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8575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किलोवाट-घंटा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3.6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×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10³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1000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3.6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×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10⁶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3.6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×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10⁵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4518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4518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ऊष्मीय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प्रभाव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अनुसार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उत्पन्न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ऊष्मा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सूत्र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I²Rt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I²R/t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IR²t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5560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5560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V,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बल्ब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220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2.2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484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100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7752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7752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बल्ब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तंतु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(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फिलामेंट)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धातु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बना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ताँबा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नाइक्रोम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एल्युमिनियम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टंगस्टन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929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929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इस्तरी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हीटर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कुंडली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बनाने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प्रायः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उपयोग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ताँबा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चाँदी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नाइक्रोम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एल्युमिनियम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5324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5324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फ्यूज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तार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लिए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उपयुक्त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विशेषता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निम्न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निम्न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निम्न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3426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3426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ऐमीटर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परिपथ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इनमें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कोई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869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869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वोल्टमीटर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परिपथ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इनमें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कोई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58577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58577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ऋण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इलेक्ट्रॉनों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चुंबकीय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बल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रेखाओं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8030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8030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सेकंड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कूलॉम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प्रवाहित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है,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0.5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9616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9616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परिपथ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बनाए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रखने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लिए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आवश्यक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ऊष्मा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चुंबकीय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क्षेत्र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5560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5560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बैटरी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प्राप्त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वाली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प्रत्यावर्ती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(AC)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AC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DC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इनमें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कोई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दिष्ट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(DC)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571500" y="165100"/>
            <a:ext cx="11049000" cy="12700"/>
          </a:xfrm>
          <a:prstGeom prst="rect">
            <a:avLst/>
          </a:prstGeom>
          <a:solidFill>
            <a:srgbClr val="F7C84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889000"/>
            <a:ext cx="12192000" cy="1257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7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धन्यवाद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95500"/>
            <a:ext cx="12192000" cy="772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88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40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THANK 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2730500"/>
            <a:ext cx="2286000" cy="19050"/>
          </a:xfrm>
          <a:prstGeom prst="rect">
            <a:avLst/>
          </a:prstGeom>
          <a:solidFill>
            <a:srgbClr val="F7C84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0" y="2870200"/>
            <a:ext cx="12192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PHYSICS   •   विद्युत (ELECTRICITY)   •   10वीं कक्षा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2500" y="3429000"/>
            <a:ext cx="7747000" cy="952500"/>
          </a:xfrm>
          <a:prstGeom prst="roundRect">
            <a:avLst>
              <a:gd name="adj" fmla="val 24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273300" y="3479800"/>
            <a:ext cx="7645400" cy="850900"/>
          </a:xfrm>
          <a:prstGeom prst="roundRect">
            <a:avLst>
              <a:gd name="adj" fmla="val 1940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22500" y="3530600"/>
            <a:ext cx="7747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2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2500" y="3949700"/>
            <a:ext cx="77470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By :  Dream Sir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483100"/>
            <a:ext cx="12192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For  more  notes,  PDF  &amp;  video  classes  contact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38700"/>
            <a:ext cx="121920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84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200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58800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WhatsApp   •   Call   •   Telegram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6500" y="6007100"/>
            <a:ext cx="723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0" y="6108700"/>
            <a:ext cx="121920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30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All  The  Best 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