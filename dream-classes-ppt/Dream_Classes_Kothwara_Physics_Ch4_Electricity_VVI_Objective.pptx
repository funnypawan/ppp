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embeddedFontLst>
    <p:embeddedFont>
      <p:font typeface="Noto Sans Devanagari" pitchFamily="34" charset="0"/>
      <p:regular r:id="rId20"/>
      <p:bold r:id="rId21"/>
    </p:embeddedFont>
    <p:embeddedFont>
      <p:font typeface="Poppins" pitchFamily="34" charset="0"/>
      <p:regular r:id="rId22"/>
      <p:bold r:id="rId23"/>
    </p:embeddedFont>
    <p:embeddedFont>
      <p:font typeface="Noto Sans" pitchFamily="34" charset="0"/>
      <p:regular r:id="rId24"/>
      <p:bold r:id="rId25"/>
    </p:embeddedFont>
    <p:embeddedFont>
      <p:font typeface="Noto Sans Math" pitchFamily="34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5334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62500" y="1079500"/>
            <a:ext cx="2667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257300"/>
            <a:ext cx="12192000" cy="162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spc="16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489200"/>
            <a:ext cx="1219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5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3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Physics)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2500" y="3175000"/>
            <a:ext cx="10287000" cy="660400"/>
          </a:xfrm>
          <a:prstGeom prst="roundRect">
            <a:avLst>
              <a:gd name="adj" fmla="val 34615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03300" y="3225800"/>
            <a:ext cx="10185400" cy="558800"/>
          </a:xfrm>
          <a:prstGeom prst="roundRect">
            <a:avLst>
              <a:gd name="adj" fmla="val 29545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175000"/>
            <a:ext cx="11049000" cy="736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9878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 Devanagari"/>
                <a:ea typeface="Noto Sans Devanagari"/>
                <a:cs typeface="Noto Sans Devanagari"/>
              </a:rPr>
              <a:t>अध्याय – 04   |   </a:t>
            </a:r>
            <a:r>
              <a:rPr sz="2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70400"/>
            <a:ext cx="12192000" cy="692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   (</a:t>
            </a:r>
            <a:r>
              <a:rPr sz="4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ELECTRICITY)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4000" y="5321300"/>
            <a:ext cx="9144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4356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690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Mob :  +91 97089 83294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9398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6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0" y="1549400"/>
            <a:ext cx="2032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41500"/>
            <a:ext cx="12192000" cy="142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175000"/>
            <a:ext cx="12192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(ELECTRICITY)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7500" y="3810000"/>
            <a:ext cx="9017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638300" y="3860800"/>
            <a:ext cx="8915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810000"/>
            <a:ext cx="11049000" cy="665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466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AB6AA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26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PHYSICS)   •   10वीं कक्षा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016500"/>
            <a:ext cx="12192000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कुल 10 महत्वपूर्ण वस्तुनिष्ठ प्रश्न  (10 </a:t>
            </a:r>
            <a:r>
              <a:rPr sz="22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Objective Questions)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6500" y="56134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7277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20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261100"/>
            <a:ext cx="121920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By :  Dream Sir        •        Mob :  +91 97089 83294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1172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1172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7115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7115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साथ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प्रकार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बदलता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व्युत्क्रमानुपाती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वर्ग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157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157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नियम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सही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रूप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R/I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0349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0349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घनत्व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एम्पियर/मीटर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एम्पियर-मीटर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वोल्ट/मीटर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एम्पियर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526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526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छोटे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1295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1295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एक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V,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लिखा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484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2.2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6023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6023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ऊर्जा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व्यापारिक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न्यूटन-मीटर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466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466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ताँबे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बढ़ने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बढ़ता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घटता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454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454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फ्यूज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उपयोग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टिन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एवं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सीसा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मिश्रातु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चाँदी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1045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1045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शक्ति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सूत्र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V/I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V²I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889000"/>
            <a:ext cx="121920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7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धन्यवाद 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95500"/>
            <a:ext cx="12192000" cy="772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88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4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THANK 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0" y="2730500"/>
            <a:ext cx="2286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2870200"/>
            <a:ext cx="12192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   •   विद्युत (ELECTRICITY)   •   10वीं कक्षा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2500" y="3429000"/>
            <a:ext cx="7747000" cy="952500"/>
          </a:xfrm>
          <a:prstGeom prst="roundRect">
            <a:avLst>
              <a:gd name="adj" fmla="val 24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73300" y="3479800"/>
            <a:ext cx="7645400" cy="850900"/>
          </a:xfrm>
          <a:prstGeom prst="roundRect">
            <a:avLst>
              <a:gd name="adj" fmla="val 1940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22500" y="3530600"/>
            <a:ext cx="7747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2500" y="3949700"/>
            <a:ext cx="7747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83100"/>
            <a:ext cx="12192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For  more  notes,  PDF  &amp;  video  classes  contact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838700"/>
            <a:ext cx="121920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84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588000"/>
            <a:ext cx="1219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10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WhatsApp   •   Call   •   Telegram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60071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0" y="6108700"/>
            <a:ext cx="12192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3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All  The  Best 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